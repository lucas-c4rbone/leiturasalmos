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embeddedFontLst>
    <p:embeddedFont>
      <p:font typeface="Arial Black" panose="020B0A04020102020204" pitchFamily="34" charset="0"/>
      <p:regular r:id="rId7"/>
      <p:bold r:id="rId8"/>
    </p:embeddedFont>
    <p:embeddedFont>
      <p:font typeface="Play" panose="020B0604020202020204" charset="0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jPg21VtvQxII046SqB4urLoOai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font" Target="fonts/font1.fntdata"/><Relationship Id="rId2" Type="http://schemas.openxmlformats.org/officeDocument/2006/relationships/slide" Target="slides/slide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23" Type="http://schemas.openxmlformats.org/officeDocument/2006/relationships/theme" Target="theme/theme1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345787" y="1797784"/>
            <a:ext cx="7500300" cy="16311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Arial"/>
              <a:buNone/>
            </a:pPr>
            <a:r>
              <a:rPr lang="pt-BR" sz="10000" dirty="0">
                <a:solidFill>
                  <a:schemeClr val="bg1"/>
                </a:solidFill>
                <a:latin typeface="Arial Black"/>
                <a:ea typeface="Arial Black"/>
                <a:cs typeface="Arial Black"/>
                <a:sym typeface="Arial Black"/>
              </a:rPr>
              <a:t>livro cap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2345787" y="3424989"/>
            <a:ext cx="7500300" cy="7080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pt-BR" sz="4000" dirty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titulo</a:t>
            </a:r>
            <a:endParaRPr sz="4000" dirty="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/>
        </p:nvSpPr>
        <p:spPr>
          <a:xfrm>
            <a:off x="357600" y="2921189"/>
            <a:ext cx="11476800" cy="101562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6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 –</a:t>
            </a:r>
            <a:r>
              <a:rPr lang="pt-BR" sz="6000" b="0" i="0" u="none" strike="noStrike" cap="none" dirty="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6000" dirty="0" err="1">
                <a:solidFill>
                  <a:schemeClr val="lt1"/>
                </a:solidFill>
              </a:rPr>
              <a:t>versImpar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/>
        </p:nvSpPr>
        <p:spPr>
          <a:xfrm>
            <a:off x="357604" y="1535689"/>
            <a:ext cx="11476800" cy="101562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6000" b="0" i="0" u="none" strike="noStrike" cap="none" dirty="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2 – </a:t>
            </a:r>
            <a:r>
              <a:rPr lang="pt-BR" sz="6000" dirty="0" err="1">
                <a:solidFill>
                  <a:srgbClr val="FFFF00"/>
                </a:solidFill>
              </a:rPr>
              <a:t>versPar</a:t>
            </a:r>
            <a:endParaRPr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/>
          <p:nvPr/>
        </p:nvSpPr>
        <p:spPr>
          <a:xfrm>
            <a:off x="357600" y="2921189"/>
            <a:ext cx="11476800" cy="101562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6000" b="0" i="0" u="sng" strike="noStrike" cap="none" dirty="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3 – </a:t>
            </a:r>
            <a:r>
              <a:rPr lang="pt-BR" sz="6000" b="0" i="0" u="sng" strike="noStrike" cap="none" dirty="0" err="1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versLast</a:t>
            </a:r>
            <a:endParaRPr sz="1400" b="0" i="0" u="sng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Widescreen</PresentationFormat>
  <Paragraphs>5</Paragraphs>
  <Slides>4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Arial</vt:lpstr>
      <vt:lpstr>Play</vt:lpstr>
      <vt:lpstr>Arial Black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TABERNÁCULO DO SENHOR</dc:creator>
  <cp:lastModifiedBy>User16789</cp:lastModifiedBy>
  <cp:revision>1</cp:revision>
  <dcterms:created xsi:type="dcterms:W3CDTF">2026-03-22T20:46:50Z</dcterms:created>
  <dcterms:modified xsi:type="dcterms:W3CDTF">2026-06-22T03:08:20Z</dcterms:modified>
</cp:coreProperties>
</file>